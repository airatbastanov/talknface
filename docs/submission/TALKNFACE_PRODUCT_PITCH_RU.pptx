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0:00–0:35. Откройте с обещания, не со стека.</a:t>
            </a:r>
          </a:p>
          <a:p>
            <a:r>
              <a:t>«TalkNFace — Арена переговоров. Отрепетируйте сложный разговор до реальной встречи.»</a:t>
            </a:r>
          </a:p>
          <a:p>
            <a:r>
              <a:t>Покажите кадр настоящего экрана: цель достигнута, условия сделки, полезность 47 против альтернативы 25. Это учебная модель, не оценка сотрудника.</a:t>
            </a:r>
          </a:p>
          <a:p>
            <a:r>
              <a:t>Сразу скажите честно: демо guided, без живого AI. Ценность уже есть: выбор → последствие → разбор → повтор.</a:t>
            </a:r>
          </a:p>
          <a:p>
            <a:r>
              <a:t>Переход: «Зачем репетировать? Потому что на настоящей встрече нет паузы на учебник.»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0:35–1:05. Не проценты рынка и не «тренеры бесполезны».</a:t>
            </a:r>
          </a:p>
          <a:p>
            <a:r>
              <a:t>Опишите одну сцену S1: плановая поставка, директор продаж, цена / график / предоплата.</a:t>
            </a:r>
          </a:p>
          <a:p>
            <a:r>
              <a:t>Лекция не бесполезна — она не создаёт давление выбора. Живой тренинг ценен, но его трудно повторить в том же составе.</a:t>
            </a:r>
          </a:p>
          <a:p>
            <a:r>
              <a:t>Наша гипотеза, не измеренный ROI: короткие попытки с последствиями помогают перенести знание в действие.</a:t>
            </a:r>
          </a:p>
          <a:p>
            <a:r>
              <a:t>Переход: «Как выглядит попытка в продукте.»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1:05–1:45. Чётко разделите роли.</a:t>
            </a:r>
          </a:p>
          <a:p>
            <a:r>
              <a:t>Администратор не играет за оппонента: он задаёт контекст, проверяет достижимость, публикует.</a:t>
            </a:r>
          </a:p>
          <a:p>
            <a:r>
              <a:t>Игрок без регистрации выбирает действия из списка. Это не линейный тест: оппонент раскрывает факты по правилам, пакет может быть принят, отвергнут или закончиться отказом.</a:t>
            </a:r>
          </a:p>
          <a:p>
            <a:r>
              <a:t>Подготовка до первого хода обязательна, если хотите зачёт за неё: галочка в брифинге сама балл не ставит.</a:t>
            </a:r>
          </a:p>
          <a:p>
            <a:r>
              <a:t>Переход: «Покажем две попытки в одной закупке.»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1:45–2:35. Это синтетические попытки одной версии S1, не пилот у заказчика.</a:t>
            </a:r>
          </a:p>
          <a:p>
            <a:r>
              <a:t>А — маршрут из сценария показа: полезность 64, процесс 100. Источники: DEMO_GUIDE, G5, G6, clean-machine.</a:t>
            </a:r>
          </a:p>
          <a:p>
            <a:r>
              <a:t>Б — из таблицы G6: пакет в начале, затем исследование и выход. Соглашения нет, процесс 70. Зачёт «взаимный пакет» остаётся, потому что сделка для этой проверки не нужна.</a:t>
            </a:r>
          </a:p>
          <a:p>
            <a:r>
              <a:t>Не говорите, что человек «стал компетентнее на 30 пунктов». Не переводите 64 в рубли.</a:t>
            </a:r>
          </a:p>
          <a:p>
            <a:r>
              <a:t>Переход: «Тот же продукт работает и для разговора внутри команды.»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2:35–3:15. Две семьи, не «любая отрасль».</a:t>
            </a:r>
          </a:p>
          <a:p>
            <a:r>
              <a:t>Шесть полей совпадают с постановкой PDF. Эффекты — из компилятора G5, без раскрытия скрытых порогов цены.</a:t>
            </a:r>
          </a:p>
          <a:p>
            <a:r>
              <a:t>Не обещайте, что каждая комбинация валидна: тема «переприоритизация» в этой версии отклоняется, потому что без помощника цель 45 недостижима.</a:t>
            </a:r>
          </a:p>
          <a:p>
            <a:r>
              <a:t>Третьей семьи сценариев нет.</a:t>
            </a:r>
          </a:p>
          <a:p>
            <a:r>
              <a:t>Переход: «После попытки человек видит не оценку личности, а разбор ходов.»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3:15–4:00. Покажите разделение: сверху исход сделки, ниже процесс.</a:t>
            </a:r>
          </a:p>
          <a:p>
            <a:r>
              <a:t>100: 7 применимых из 12, 5 зачётов прогресса, уступки «нет оценки» — не штраф.</a:t>
            </a:r>
          </a:p>
          <a:p>
            <a:r>
              <a:t>44.12 в S2 — формула весов, не «человек на 44%».</a:t>
            </a:r>
          </a:p>
          <a:p>
            <a:r>
              <a:t>Недостаточно наблюдений: нет подготовки или мало событий.</a:t>
            </a:r>
          </a:p>
          <a:p>
            <a:r>
              <a:t>Ссылка «Ход 5» ведёт к фразе из той попытки, не к шаблону экрана.</a:t>
            </a:r>
          </a:p>
          <a:p>
            <a:r>
              <a:t>Переход: «Кому это нужно после хакатона — как гипотеза, не как клиентский кейс.»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4:00–4:35. Три роли, три разных обещания.</a:t>
            </a:r>
          </a:p>
          <a:p>
            <a:r>
              <a:t>Игрок получает попытки. Организатор — настраиваемую сцену и материал для разговора.</a:t>
            </a:r>
          </a:p>
          <a:p>
            <a:r>
              <a:t>Покупатель — сегмент, не выручка. Коммерческая модель и пилот — гипотеза.</a:t>
            </a:r>
          </a:p>
          <a:p>
            <a:r>
              <a:t>Не говорите «заменим тренеров» и не называйте ОЭЗ партнёром продукта.</a:t>
            </a:r>
          </a:p>
          <a:p>
            <a:r>
              <a:t>Переход: «Почему разбор можно проверять, а не верить модели на слово.»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4:35–5:05. Диаграмма, не лекция про миграции.</a:t>
            </a:r>
          </a:p>
          <a:p>
            <a:r>
              <a:t>Польза: воспроизводимость и проверяемость. Стек — одна строка.</a:t>
            </a:r>
          </a:p>
          <a:p>
            <a:r>
              <a:t>Перезапуск: Stop/Start на том же порту, cookie жива — попытка продолжается. Это измерено на проверенном Windows-ПК, не обещание любой ОС.</a:t>
            </a:r>
          </a:p>
          <a:p>
            <a:r>
              <a:t>Доступ: пароль администратора, cookie HttpOnly, чужой UUID не открывает попытку. Публичный HTTPS не делали.</a:t>
            </a:r>
          </a:p>
          <a:p>
            <a:r>
              <a:t>Переход: «Что уже можно показать жюри и что честно ещё впереди.»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5:05–5:35. Не начинайте питч с «у нас нет AI». Здесь — честная граница после показанной ценности.</a:t>
            </a:r>
          </a:p>
          <a:p>
            <a:r>
              <a:t>Guided — рабочий продукт: выбор, последствия, объяснение, повтор.</a:t>
            </a:r>
          </a:p>
          <a:p>
            <a:r>
              <a:t>Скачанный чекпоинт или обучение на другом компьютере не равны встроенной возможности.</a:t>
            </a:r>
          </a:p>
          <a:p>
            <a:r>
              <a:t>Если спросят про Qwen: планируем свободнее вести диалог на тех же правилах сделки. Пока игрок выбирает действие из списка.</a:t>
            </a:r>
          </a:p>
          <a:p>
            <a:r>
              <a:t>Переход: «Готовы показать прототип и откуда брать материалы.»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5:35–6:20. Здесь переходите в живое демо по DEMO_GUIDE_RU.</a:t>
            </a:r>
          </a:p>
          <a:p>
            <a:r>
              <a:t>Маршрут: admin → шесть полей supply/planned/normal/friendly/director/margin → проверить → опубликовать → подготовка → логистика → факт → довод → оплата → 95/split/50 → разбор → «Повторить ту же ситуацию».</a:t>
            </a:r>
          </a:p>
          <a:p>
            <a:r>
              <a:t>Если демо недоступно: пройдите слайды 3–6 по скриншотам, затем S2 кадр «Цель достигнута».</a:t>
            </a:r>
          </a:p>
          <a:p>
            <a:r>
              <a:t>Контактов команды в материалах нет — не выдумывайте имена. Источник — репозиторий владельца.</a:t>
            </a:r>
          </a:p>
          <a:p>
            <a:r>
              <a:t>Анонимный GitHub сейчас 404: жюри нужен доступ или ZIP от владельца. QR на localhost нет и не будет.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Приложение. Показывайте, если жюри просит трассировку к ТЗ.</a:t>
            </a:r>
          </a:p>
          <a:p>
            <a:r>
              <a:t>Источники: PDF с.2–7, README, DEMO_GUIDE, G5/G6/G8/clean-machine.</a:t>
            </a:r>
          </a:p>
          <a:p>
            <a:r>
              <a:t>Опциональные геймификация «уровней персонажа» и публичный деплой не реализованы и не красились как готовые.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для вопросов.</a:t>
            </a:r>
          </a:p>
          <a:p>
            <a:r>
              <a:t>Не уходите в CUDA, QLoRA, хеши гейтов и миграции.</a:t>
            </a:r>
          </a:p>
          <a:p>
            <a:r>
              <a:t>Если спросят лицензию: файла LICENSE в репозитории нет, решение за владельцем.</a:t>
            </a:r>
          </a:p>
          <a:p>
            <a:r>
              <a:t>Если спросят команду: состав и контакты в материалах не подтверждены.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TALKNFACE  ·  АРЕНА ПЕРЕГОВОРОВ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6675120" cy="1325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Отрепетируйте сложный разговор до реальной встречи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74519"/>
            <a:ext cx="630936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Закупщик или руководитель проходит учебную встречу, видит, как вопрос, уступка или отказ меняют исход, и пробует другой подход.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063240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3127248"/>
            <a:ext cx="1901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Без AI и ключей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063240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3127248"/>
            <a:ext cx="1901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Исход от действий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063240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3127248"/>
            <a:ext cx="1901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Повтор ситуации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703320"/>
            <a:ext cx="630936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Что делает человек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0624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42816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206240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Администратор задаёт сферу, тему, сложность, тон, роль и цель.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28031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64607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828031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Игрок выбирает вопросы, факты, доводы и пакет условий.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49823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86399"/>
            <a:ext cx="34747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449823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Движок считает последствия. Разбор ссылается на сохранённый ход.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868680"/>
            <a:ext cx="4892040" cy="5440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243872"/>
            <a:ext cx="4654296" cy="437939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22592" y="5925312"/>
            <a:ext cx="465429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Реальный результат S2. Guided-режим, без внешнего API.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СИТУАЦИЯ, КОТОРУЮ УЗНАЮТ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Знать приём мало. На встрече ответ выбирают сразу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113385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Плановая поставка. Закупщик обсуждает цену, график и предоплату с директором продаж. Производство не должно встать, бюджет нельзя отдать целиком. Книжка про интересы сторон не делает этот выбор за человека.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10896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3108960"/>
            <a:ext cx="3657600" cy="109728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Лекция и чек-лист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320040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Дают словарь: интересы, альтернатива, пакет. Не требуют ответить оппоненту в эту минуту.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10896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3108960"/>
            <a:ext cx="3657600" cy="109728"/>
          </a:xfrm>
          <a:prstGeom prst="rect">
            <a:avLst/>
          </a:prstGeom>
          <a:solidFill>
            <a:srgbClr val="58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38328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Живой тренинг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069080"/>
            <a:ext cx="320040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Сильный разбор, но дорого собрать пару и повторить ту же сцену несколько раз.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108960"/>
            <a:ext cx="36576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108960"/>
            <a:ext cx="3657600" cy="109728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Пробел, который закрываем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69080"/>
            <a:ext cx="320040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Безопасные попытки в том же контексте, с видимой ценой конкретного хода.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ПУТЬ ПОЛЬЗОВАТЕЛЯ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Настроить → договориться → понять → повторить иначе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5331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1. Настроить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691640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Администратор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993392"/>
            <a:ext cx="24688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Шесть полей. Проверка. Предпросмотр. Явная публикация.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3444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35331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2. Договариваться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691640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Игрок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993392"/>
            <a:ext cx="24688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Цель и альтернатива до хода. Затем вопрос, факт, довод, пакет.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35331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3. Понять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691640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Игрок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993392"/>
            <a:ext cx="24688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Исход сделки отдельно от процесса. Ссылка на сохранённый ход.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23444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1353312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4. Иначе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2" y="1691640"/>
            <a:ext cx="2468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Игрок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1993392"/>
            <a:ext cx="24688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Повтор той же версии. Старая попытка не затирается.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337560"/>
            <a:ext cx="1133856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643" y="3429000"/>
            <a:ext cx="5382233" cy="2606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6053328"/>
            <a:ext cx="110642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Администратор задаёт шесть полей. Игрок затем выбирает ход из списка, не свободный текст.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УЧЕБНЫЕ ПРИМЕРЫ, НЕ ИССЛЕДОВАНИЕ НАВЫКА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Одна ситуация — два решения и два разных исхода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577840" cy="109728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Попытка А. Сначала слушает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12064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Вопрос о логистике → признаёт экономию на разделении партии → логистический довод → вопрос об оплате → пакет 95 / 40% на день 7, остаток на 14 / предоплата 50%.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200"/>
            <a:ext cx="5074920" cy="1920240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4754880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4F47"/>
                </a:solidFill>
                <a:latin typeface="Calibri"/>
                <a:ea typeface="Calibri"/>
                <a:cs typeface="Calibri"/>
              </a:rPr>
              <a:t>Соглашение.
Учебная полезность 64 — выше цели 62 и альтернативы 55.
Процесс: 100 из 100 по 7 применимым проверкам.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577840" cy="109728"/>
          </a:xfrm>
          <a:prstGeom prst="rect">
            <a:avLst/>
          </a:prstGeom>
          <a:solidFill>
            <a:srgbClr val="BC6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Попытка Б. Сначала предлагает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Тот же взаимный пакет уходит первым ходом, затем вопросы и выход без сделки. Конфигурация та же: закупка, плановая поставка, обычная сложность, дружелюбный тон, директор, доходность.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86200"/>
            <a:ext cx="5074920" cy="1920240"/>
          </a:xfrm>
          <a:prstGeom prst="roundRect">
            <a:avLst>
              <a:gd name="adj" fmla="val 8000"/>
            </a:avLst>
          </a:prstGeom>
          <a:solidFill>
            <a:srgbClr val="FFF6EA"/>
          </a:solidFill>
          <a:ln w="12700">
            <a:solidFill>
              <a:srgbClr val="FFF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69080"/>
            <a:ext cx="4754880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2501E"/>
                </a:solidFill>
                <a:latin typeface="Calibri"/>
                <a:ea typeface="Calibri"/>
                <a:cs typeface="Calibri"/>
              </a:rPr>
              <a:t>Соглашения нет. Полезности сделки нет.
Процесс: 70 — зачёт за взаимный пакет сохраняется.
Отказ — не провал процесса. Баллы не вычитаем как «рост навыка».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КОНФИГУРИРУЕМОСТЬ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Закупка и нагрузка команды: один тренажёр, шесть настроек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S1. Промышленные закупки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Цена, график партии, предоплата. Плановая поставка допускает всю партию на день 14; запуск производства — нет. Проверенный пакет: полезность 64.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5778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S2. Срочная задача и нагрузка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Объём, срок, помощник, перенос отчёта. Проверенный путь: полный объём / 2 дня / помощник / перенос. Полезность 47, цель 45.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566160"/>
            <a:ext cx="37033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3675887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Сфера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986784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Меняет предмет и единицы: деньги и график либо часы и ресурсы.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566160"/>
            <a:ext cx="37033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3675887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Тема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986784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Меняет допустимые условия. Недостижимый запрос не публикуется.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3566160"/>
            <a:ext cx="37033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3675887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Сложность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3986784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Когда оппонент раскрывает интерес и насколько жёстко принимает пакет. Всегда 8 ходов.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937760"/>
            <a:ext cx="37033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5047488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Тон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5358384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Стартовое доверие и напряжение. Скептик слабее снимает напряжение признанием факта.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4937760"/>
            <a:ext cx="37033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5047488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Роль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5358384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Полномочия: директор согласует цену шире, менеджер — уже; лид может сам предложить помощь.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4937760"/>
            <a:ext cx="370332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5047488"/>
            <a:ext cx="33832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Цель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5358384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Что для оппонента ценнее: оборот или доходность; нагрузка или полный объём.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ОБРАТНАЯ СВЯЗЬ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Разбор указывает на сохранённый ход, а не на общий совет</a:t>
            </a:r>
          </a:p>
        </p:txBody>
      </p:sp>
      <p:pic>
        <p:nvPicPr>
          <p:cNvPr id="5" name="Picture 4" descr="process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39" y="1417320"/>
            <a:ext cx="2576200" cy="4892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40480" y="1417320"/>
            <a:ext cx="3977639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5544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Сделка ≠ процесс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965960"/>
            <a:ext cx="36576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Полезность сделки — про пакет. Балл процесса — про записанные действия учебной модели. 100 из 100 — не «100% компетентности переговорщика».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Плохое соглашение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965960"/>
            <a:ext cx="347472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S2, урезанный пакет: соглашение слабое, полезность 20, процесс 44.12. Отношения и подготовка могут быть зачтены, аргументация — нет.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3794760"/>
            <a:ext cx="3977639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nsuffic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931" y="3931920"/>
            <a:ext cx="1371897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23560" y="4023360"/>
            <a:ext cx="201168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Мало ходов или нет подготовки — «Недостаточно наблюдений». Приложение не выдумывает общий балл.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794760"/>
            <a:ext cx="37947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977639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Один следующий фокус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389120"/>
            <a:ext cx="347472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Рекомендация привязана к проваленной проверке и предлагается как альтернатива. Она не обещает, что оппонент согласится.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ЦЕННОСТЬ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Повторяемая практика для игрока и понятный контур для организатора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54480"/>
            <a:ext cx="3703320" cy="109728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46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Игрок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46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Calibri"/>
                <a:ea typeface="Calibri"/>
                <a:cs typeface="Calibri"/>
              </a:rPr>
              <a:t>Начинающий закупщик или руководитель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24612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Несколько попыток без стыда за «не тот» ответ. Видит, какой ход изменил исход, и повторяет ту же версию.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703320" cy="109728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246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Администратор / наставник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14600"/>
            <a:ext cx="3246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Calibri"/>
                <a:ea typeface="Calibri"/>
                <a:cs typeface="Calibri"/>
              </a:rPr>
              <a:t>Готовит занятие, не играет оппонента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324612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Шесть настроек, проверка достижимости, публикация, разбор по действиям ученика. Дополняет тренера, не заменяет его.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54480"/>
            <a:ext cx="3703320" cy="109728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246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Возможный покупатель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14600"/>
            <a:ext cx="3246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695E"/>
                </a:solidFill>
                <a:latin typeface="Calibri"/>
                <a:ea typeface="Calibri"/>
                <a:cs typeface="Calibri"/>
              </a:rPr>
              <a:t>HR / L&amp;D, гипотеза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46120"/>
            <a:ext cx="324612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Короткий корпоративный модуль soft skills. Нет пилотов, договоров и измеренного ROI. Алабуга — автор кейса, не наш клиент.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ПОЧЕМУ ЭТОМУ МОЖНО ДОВЕРЯТЬ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Одинаковые действия на той же версии дают тот же исход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65960" y="1664208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78308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Интерфейс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246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Игрок выбирает ход. Администратор публикует версию. Фразы сохраняются как есть.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3172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695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0876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1664208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78308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23160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Правила переговоров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246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Допустимость пакета, раскрытие фактов, полномочия и полезность считает учебный движок.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33172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695E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50876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19" y="1664208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19" y="1783080"/>
            <a:ext cx="640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23160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Сохранённый разбор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34640"/>
            <a:ext cx="3246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Отчёт строится по событиям попытки. Повтор — новая попытка той же публикации.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23360"/>
            <a:ext cx="11338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Зачем это игроку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Можно спорить с решением, открыв ход. Нельзя получить другой исход из тех же сохранённых действий «потому что модель передумала».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Стек (вторично): веб-приложение, Fastify и React, SQLite. Локальный показ на 127.0.0.1. После Stop/Start попытка сохраняется. Вход и владение сессией проверены на loopback HTTP — это не сертификат корпоративной безопасности и не публичный сайт.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ГРАНИЦЫ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Guided-цикл работает сейчас. Свободный диалог — впереди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577840" cy="502920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Работает сейчас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●  Две семьи сценариев с ветвлением: закупка и нагрузка.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●  Шесть настроек, проверка и публикация версии.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●  Выбор действий, последствия, отказ или сделка.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8912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●  Разбор по сохранённым ходам и повтор ситуации.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120640"/>
            <a:ext cx="5029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●  Локальный Windows-запуск: без модели и без платного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5778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55778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109728" cy="4709160"/>
          </a:xfrm>
          <a:prstGeom prst="rect">
            <a:avLst/>
          </a:prstGeom>
          <a:solidFill>
            <a:srgbClr val="58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Следующий этап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○  Свободный текст и AI-оппонент — не в этом демо.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○  Генерация сценария моделью — не в этом демо.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○  Качество адаптера Qwen отдельно не принято.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89120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○  Публичный HTTPS и чужая машина жюри — не сертифицированы.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120640"/>
            <a:ext cx="4983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86B72"/>
                </a:solidFill>
                <a:latin typeface="Calibri"/>
                <a:ea typeface="Calibri"/>
                <a:cs typeface="Calibri"/>
              </a:rPr>
              <a:t>○  Сроки этих шагов не назначаем.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Прототип можно пройти: настройка, переговоры, разбор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6675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Отрепетируйте сложный разговор до реальной встречи — на этой машине, в guided-режиме, без ключей.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86000"/>
            <a:ext cx="667512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263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Что открыть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62636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Презентация: docs/submission/TALKNFACE_PRODUCT_PITCH_RU.pptx
Вход рецензента: docs/submission/README.md
Показ 3–5 мин: docs/DEMO_GUIDE_RU.md
Код приложения: feature/app-qwen-independent-01
Эта поставка слайдов: docs/organizer-presentation-01
Репозиторий сейчас закрыт для анонимного чтения:
нужны права или ZIP владельца.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2286000"/>
            <a:ext cx="4480560" cy="3840480"/>
          </a:xfrm>
          <a:prstGeom prst="roundRect">
            <a:avLst>
              <a:gd name="adj" fmla="val 8000"/>
            </a:avLst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468880"/>
            <a:ext cx="4069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Запуск на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926080"/>
            <a:ext cx="406908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Prepare
Start -Port 3100
Stop
http://127.0.0.1:3100/admin
Это локальный контур, не сайт.
Пароль задаёте вы. Модель не нужна.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TalkNFace · Арена переговоров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ПРИЛОЖЕНИЕ 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Как решение закрывает постановку хакатона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Аудитория и проблема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37160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48132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Закупщик и руководитель; разрыв между теорией и выбором под давлением.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96596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Ценность формата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96596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07568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Повтор в том же контексте и разбор своих ходов. Не замена тренера.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6032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7004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Механики и путь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256032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67004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Настройки → публикация → подготовка → ветвящиеся ходы → исход → разбор → replay.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15468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6440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Конфигурация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315468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326440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Шесть полей администратора. Невалидная цель не публикуется.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49039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5876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Сценарии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3749039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85876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Две полноценные семьи: поставка и нагрузка. Третьей отрасли нет.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34340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5312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Обратная связь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434340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45312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Сделка отдельно от процесса; ссылка на сохранённое действие.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3776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04748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Прототип и запуск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493776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504748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Локальный Windows-контур по инструкции. Публичной ссылки нет.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532120"/>
            <a:ext cx="3291840" cy="530352"/>
          </a:xfrm>
          <a:prstGeom prst="roundRect">
            <a:avLst>
              <a:gd name="adj" fmla="val 8000"/>
            </a:avLst>
          </a:prstGeom>
          <a:solidFill>
            <a:srgbClr val="E3EFEA"/>
          </a:solidFill>
          <a:ln w="12700">
            <a:solidFill>
              <a:srgbClr val="E3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641848"/>
            <a:ext cx="3017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4F47"/>
                </a:solidFill>
                <a:latin typeface="Segoe UI"/>
                <a:ea typeface="Segoe UI"/>
                <a:cs typeface="Segoe UI"/>
              </a:rPr>
              <a:t>Граница MVP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4760" y="5532120"/>
            <a:ext cx="7955279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5641848"/>
            <a:ext cx="7680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Guided без AI. Свободный диалог и публичный хостинг — следующие шаги.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Приложение · не основной питч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76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7315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ПРИЛОЖЕНИЕ 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113385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83331"/>
                </a:solidFill>
                <a:latin typeface="Segoe UI"/>
                <a:ea typeface="Segoe UI"/>
                <a:cs typeface="Segoe UI"/>
              </a:rPr>
              <a:t>Короткие ответы: баллы, AI, данные, запуск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71600"/>
            <a:ext cx="5669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81328"/>
            <a:ext cx="5257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Что значит 100?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74519"/>
            <a:ext cx="5257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Зачтены применимые проверки этой попытки. Это не компетенция человека и не деньги.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669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481328"/>
            <a:ext cx="5257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Почему не квиз?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874519"/>
            <a:ext cx="5257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Пакет, полномочия и раскрытие фактов зависят от порядка ходов. Отказ и слабая сделка — валидные финалы.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17520"/>
            <a:ext cx="5669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3127248"/>
            <a:ext cx="5257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Где AI?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520439"/>
            <a:ext cx="5257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В показанном продукте его нет. Qwen задуман для более свободного диалога на тех же правилах сделки.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017520"/>
            <a:ext cx="5669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3127248"/>
            <a:ext cx="5257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520439"/>
            <a:ext cx="5257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Локальный SQLite. Нет регистрации игрока. Чужой идентификатор попытку не открывает. Это loopback, не GDPR-аудит.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663440"/>
            <a:ext cx="5669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773168"/>
            <a:ext cx="5257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Как запустить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166359"/>
            <a:ext cx="5257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Prepare и Start -Port 3100. Нужны сеть на первую установку Node/npm и свой пароль администратора.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63440"/>
            <a:ext cx="566928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4773168"/>
            <a:ext cx="5257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695E"/>
                </a:solidFill>
                <a:latin typeface="Segoe UI"/>
                <a:ea typeface="Segoe UI"/>
                <a:cs typeface="Segoe UI"/>
              </a:rPr>
              <a:t>Что не проверено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5166359"/>
            <a:ext cx="5257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03240"/>
                </a:solidFill>
                <a:latin typeface="Calibri"/>
                <a:ea typeface="Calibri"/>
                <a:cs typeface="Calibri"/>
              </a:rPr>
              <a:t>Linux/macOS, другой браузер, публичный HTTPS, чужой ПК жюри, качество модели.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932688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Приложение · не основной питч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65392"/>
            <a:ext cx="11430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B72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