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0:00–0:35. Откройте с обещания, не со стека.</a:t>
            </a:r>
          </a:p>
          <a:p>
            <a:r>
              <a:t>«TalkNFace — Арена переговоров. Отрепетируйте сложный разговор до реальной встречи.»</a:t>
            </a:r>
          </a:p>
          <a:p>
            <a:r>
              <a:t>Покажите кадр настоящего экрана: цель достигнута, условия сделки, полезность 47 против альтернативы 25. Это учебная модель, не оценка сотрудника.</a:t>
            </a:r>
          </a:p>
          <a:p>
            <a:r>
              <a:t>Сразу скажите честно: демо guided, без живого AI. Ценность уже есть: выбор → последствие → разбор → повтор.</a:t>
            </a:r>
          </a:p>
          <a:p>
            <a:r>
              <a:t>Переход: «Зачем репетировать? Потому что на настоящей встрече нет паузы на учебник.»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0:35–1:05. Не проценты рынка и не «тренеры бесполезны».</a:t>
            </a:r>
          </a:p>
          <a:p>
            <a:r>
              <a:t>Опишите одну сцену S1: плановая поставка, директор продаж, цена / график / предоплата.</a:t>
            </a:r>
          </a:p>
          <a:p>
            <a:r>
              <a:t>Лекция не бесполезна — она не создаёт давление выбора. Живой тренинг ценен, но его трудно повторить в том же составе.</a:t>
            </a:r>
          </a:p>
          <a:p>
            <a:r>
              <a:t>Наша гипотеза, не измеренный ROI: короткие попытки с последствиями помогают перенести знание в действие.</a:t>
            </a:r>
          </a:p>
          <a:p>
            <a:r>
              <a:t>Переход: «Как выглядит попытка в продукте.»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1:05–1:45. Чётко разделите роли.</a:t>
            </a:r>
          </a:p>
          <a:p>
            <a:r>
              <a:t>Администратор не играет за оппонента: он задаёт контекст, проверяет достижимость, публикует.</a:t>
            </a:r>
          </a:p>
          <a:p>
            <a:r>
              <a:t>Игрок без регистрации выбирает действия из списка. Это не линейный тест: оппонент раскрывает факты по правилам, пакет может быть принят, отвергнут или закончиться отказом.</a:t>
            </a:r>
          </a:p>
          <a:p>
            <a:r>
              <a:t>Подготовка до первого хода обязательна, если хотите зачёт за неё: галочка в брифинге сама балл не ставит.</a:t>
            </a:r>
          </a:p>
          <a:p>
            <a:r>
              <a:t>Переход: «Покажем две попытки в одной закупке.»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1:45–2:25. Обе попытки — неизменённый эталон S1 «Закупка к запуску»: запуск производства, обычная сложность, нейтральный тон, директор, оборотные средства. Источники: s1-supply-launch.ts, feedback.test.ts, e2e feedback.spec.ts. Это не настроенная плановая поставка живого показа.</a:t>
            </a:r>
          </a:p>
          <a:p>
            <a:r>
              <a:t>А: полезность 64, процесс 100.</a:t>
            </a:r>
          </a:p>
          <a:p>
            <a:r>
              <a:t>Б: тот же пакет первым, затем вопросы, затем явный выход без сделки. Соглашения нет, процесс 70. Не говорите, что сам порядок вопросов автоматически дал отказ: финал — потому что игрок вышел.</a:t>
            </a:r>
          </a:p>
          <a:p>
            <a:r>
              <a:t>Не вычитайте 100 и 70 как рост компетенции. Не переводите 64 в рубли.</a:t>
            </a:r>
          </a:p>
          <a:p>
            <a:r>
              <a:t>Живой показ отдельно: плановая поставка, дружелюбный тон, доходность.</a:t>
            </a:r>
          </a:p>
          <a:p>
            <a:r>
              <a:t>Переход: «Тот же продукт — и для разговора о нагрузке.»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2:35–3:15. Две семьи, не «любая отрасль».</a:t>
            </a:r>
          </a:p>
          <a:p>
            <a:r>
              <a:t>Шесть полей совпадают с постановкой PDF. Эффекты — из компилятора G5, без раскрытия скрытых порогов цены.</a:t>
            </a:r>
          </a:p>
          <a:p>
            <a:r>
              <a:t>Не обещайте, что каждая комбинация валидна: тема «переприоритизация» в этой версии отклоняется, потому что без помощника цель 45 недостижима.</a:t>
            </a:r>
          </a:p>
          <a:p>
            <a:r>
              <a:t>Третьей семьи сценариев нет.</a:t>
            </a:r>
          </a:p>
          <a:p>
            <a:r>
              <a:t>Переход: «После попытки человек видит не оценку личности, а разбор ходов.»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3:15–3:55. На экране — фрагмент настоящего разбора: проверка «взаимный пакет», объяснение и ссылка «Ход 5» на сохранённую фразу.</a:t>
            </a:r>
          </a:p>
          <a:p>
            <a:r>
              <a:t>100 — 7 применимых проверок из 12, не компетенция человека.</a:t>
            </a:r>
          </a:p>
          <a:p>
            <a:r>
              <a:t>44.12 в S2 — веса проверок, не «человек на 44%».</a:t>
            </a:r>
          </a:p>
          <a:p>
            <a:r>
              <a:t>«Недостаточно наблюдений» — если нет явной подготовки или мало событий. Второй скриншот для этого не показываем: он был слишком мелким.</a:t>
            </a:r>
          </a:p>
          <a:p>
            <a:r>
              <a:t>Переход: «Кому это нужно — как гипотеза, не как клиентский кейс.»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4:00–4:30. Три роли.</a:t>
            </a:r>
          </a:p>
          <a:p>
            <a:r>
              <a:t>Игрок получает свой отчёт. Администратор настраивает и публикует, но не открывает чужие попытки: такого обхода в продукте нет.</a:t>
            </a:r>
          </a:p>
          <a:p>
            <a:r>
              <a:t>Наставник смотрит разбор вместе с игроком на его экране. Живого тренера не заменяем.</a:t>
            </a:r>
          </a:p>
          <a:p>
            <a:r>
              <a:t>Покупатель — сегмент, не клиент. Алабуга — автор кейса.</a:t>
            </a:r>
          </a:p>
          <a:p>
            <a:r>
              <a:t>Переход: «Почему одинаковые ходы дают одинаковый исход.»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4:30–4:55. Три шага: экран, правила, сохранённый разбор.</a:t>
            </a:r>
          </a:p>
          <a:p>
            <a:r>
              <a:t>Польза для человека: исход можно проверить по ходу.</a:t>
            </a:r>
          </a:p>
          <a:p>
            <a:r>
              <a:t>Стек — одна строка. Локальный запуск, не сайт. Перезапуск с сохранением попытки измерен на одном Windows-ПК, не на любой системе.</a:t>
            </a:r>
          </a:p>
          <a:p>
            <a:r>
              <a:t>Переход: «Что уже можно пройти и что ещё впереди.»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4:55–5:20. Граница после показанной ценности, не открытие питча.</a:t>
            </a:r>
          </a:p>
          <a:p>
            <a:r>
              <a:t>Сейчас игрок выбирает действие из списка. Свободный текст и Qwen — следующий этап, не текущая возможность. Скачанная модель сама по себе продукт не включает.</a:t>
            </a:r>
          </a:p>
          <a:p>
            <a:r>
              <a:t>Переход: «Давайте пройдём прототип.»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5:20–5:40, затем живой показ 3–5 минут. Вместе с речью ориентир 8–12 минут. Официальный лимит мероприятия не выдумываем: его проверяет владелец.</a:t>
            </a:r>
          </a:p>
          <a:p>
            <a:r>
              <a:t>Живой показ — настроенная плановая поставка, не эталон со слайда 4: дружелюбный тон, доходность, пакет 95 / 40% / 50, затем «Повторить ту же ситуацию». Маршрут в DEMO_GUIDE_RU.</a:t>
            </a:r>
          </a:p>
          <a:p>
            <a:r>
              <a:t>Если сервер недоступен: слайды 3, 1, 4 и 6.</a:t>
            </a:r>
          </a:p>
          <a:p>
            <a:r>
              <a:t>Контактов команды нет — не выдумывайте. QR нет: публичного адреса нет, localhost в код не кладём.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Приложение. Показывайте, если жюри просит трассировку к ТЗ.</a:t>
            </a:r>
          </a:p>
          <a:p>
            <a:r>
              <a:t>Источники: PDF с.2–7, README, DEMO_GUIDE, G5/G6/G8/clean-machine.</a:t>
            </a:r>
          </a:p>
          <a:p>
            <a:r>
              <a:t>Опциональные геймификация «уровней персонажа» и публичный деплой не реализованы и не красились как готовые.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для вопросов.</a:t>
            </a:r>
          </a:p>
          <a:p>
            <a:r>
              <a:t>Не уходите в CUDA, QLoRA, хеши гейтов и миграции.</a:t>
            </a:r>
          </a:p>
          <a:p>
            <a:r>
              <a:t>Если спросят лицензию: файла LICENSE в репозитории нет, решение за владельцем.</a:t>
            </a:r>
          </a:p>
          <a:p>
            <a:r>
              <a:t>Если спросят команду: состав и контакты в материалах не подтверждены.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iratBastanov/TalkNFace/blob/docs/organizer-presentation-01/docs/submission/README.md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TALKNFACE  ·  АРЕНА ПЕРЕГОВОРОВ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6675120" cy="1325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Отрепетируйте сложный разговор до реальной встречи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874519"/>
            <a:ext cx="63093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Закупщик или руководитель проходит учебную встречу, видит, как вопрос, уступка или отказ меняют исход, и пробует другой подход.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063240"/>
            <a:ext cx="2011680" cy="384048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" y="3127248"/>
            <a:ext cx="190195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Без AI и ключей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063240"/>
            <a:ext cx="2011680" cy="384048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9464" y="3127248"/>
            <a:ext cx="190195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Исход от действий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3063240"/>
            <a:ext cx="2011680" cy="384048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3" y="3127248"/>
            <a:ext cx="190195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Повтор ситуации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703320"/>
            <a:ext cx="630936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58768"/>
            <a:ext cx="5852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Что делает человек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42816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206240"/>
            <a:ext cx="5349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Администратор задаёт сферу, тему, сложность, тон, роль и цель.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28031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64607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828031"/>
            <a:ext cx="5349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Игрок выбирает вопросы, факты, доводы и пакет условий.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449823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86399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5449823"/>
            <a:ext cx="5349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Движок считает последствия. Разбор ссылается на сохранённый ход.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868680"/>
            <a:ext cx="4892040" cy="5440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2" y="1243872"/>
            <a:ext cx="4654296" cy="437939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22592" y="5925312"/>
            <a:ext cx="4654296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Реальный результат S2. Guided-режим, без внешнего API.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СИТУАЦИЯ, КОТОРУЮ УЗНАЮТ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Знать приём мало. На встрече ответ выбирают сразу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91640"/>
            <a:ext cx="113385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960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Плановая поставка. Закупщик обсуждает цену, график и предоплату с директором продаж. Производство не должно встать, бюджет нельзя отдать целиком. Книжка про интересы сторон не делает этот выбор за человека.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108960"/>
            <a:ext cx="36576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108960"/>
            <a:ext cx="3657600" cy="109728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200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Лекция и чек-лист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0040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Дают словарь: интересы, альтернатива, пакет. Не требуют ответить оппоненту в эту минуту.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108960"/>
            <a:ext cx="36576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3108960"/>
            <a:ext cx="3657600" cy="109728"/>
          </a:xfrm>
          <a:prstGeom prst="rect">
            <a:avLst/>
          </a:prstGeom>
          <a:solidFill>
            <a:srgbClr val="586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3383280"/>
            <a:ext cx="3200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Живой тренинг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069080"/>
            <a:ext cx="320040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Сильный разбор, но дорого собрать пару и повторить ту же сцену несколько раз.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108960"/>
            <a:ext cx="36576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3108960"/>
            <a:ext cx="3657600" cy="109728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383280"/>
            <a:ext cx="3200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Пробел, который закрываем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069080"/>
            <a:ext cx="320040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Безопасные попытки в том же контексте, с видимой ценой конкретного хода.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ПУТЬ ПОЛЬЗОВАТЕЛЯ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Настроить → договориться → понять → повторить иначе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35331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1. Настроить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691640"/>
            <a:ext cx="2468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93392"/>
            <a:ext cx="246888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Шесть полей. Проверка. Предпросмотр. Явная публикация.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23444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35331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2. Договариваться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1691640"/>
            <a:ext cx="2468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Игрок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93392"/>
            <a:ext cx="246888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Цель и альтернатива до хода. Затем вопрос, факт, довод, пакет.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3444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5331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3. Понять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691640"/>
            <a:ext cx="2468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Игрок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993392"/>
            <a:ext cx="246888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Исход сделки отдельно от процесса. Ссылка на сохранённый ход.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23444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135331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4. Иначе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2" y="1691640"/>
            <a:ext cx="2468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Игрок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1993392"/>
            <a:ext cx="246888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Повтор той же версии. Старая попытка не затирается.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337560"/>
            <a:ext cx="11338560" cy="2971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643" y="3429000"/>
            <a:ext cx="5382233" cy="2606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8640" y="6053328"/>
            <a:ext cx="110642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Администратор задаёт шесть полей. Игрок затем выбирает ход из списка, не свободный текст.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УЧЕБНЫЕ ПРИМЕРЫ, НЕ ИССЛЕДОВАНИЕ НАВЫКА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Одна ситуация — два решения и два разных исхода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3385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Обе попытки — неизменённый эталон «Закупка к запуску»: обычная сложность, нейтральный тон, директор продаж, оборотные средства. Живой показ использует другую, настроенную версию.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37360"/>
            <a:ext cx="557784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737360"/>
            <a:ext cx="5577840" cy="91440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А. Сначала слушает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512064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Вопрос о логистике, признание экономии, довод, вопрос об оплате. Затем пакет: 95 / 40% на день 7, остаток на 14 / предоплата 50%.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3360"/>
            <a:ext cx="5074920" cy="1874519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4754880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4F47"/>
                </a:solidFill>
                <a:latin typeface="Calibri"/>
                <a:ea typeface="Calibri"/>
                <a:cs typeface="Calibri"/>
              </a:rPr>
              <a:t>Соглашение. Полезность 64 — выше цели 62 и альтернативы 55.
Процесс 100 по 7 применимым проверкам.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37360"/>
            <a:ext cx="557784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737360"/>
            <a:ext cx="5577840" cy="91440"/>
          </a:xfrm>
          <a:prstGeom prst="rect">
            <a:avLst/>
          </a:prstGeom>
          <a:solidFill>
            <a:srgbClr val="BC6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Б. Предлагает и выходит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512064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Тот же пакет — первым ходом, затем вопросы. Игрок сам выбирает выход без сделки.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023360"/>
            <a:ext cx="5074920" cy="1874519"/>
          </a:xfrm>
          <a:prstGeom prst="roundRect">
            <a:avLst>
              <a:gd name="adj" fmla="val 8000"/>
            </a:avLst>
          </a:prstGeom>
          <a:solidFill>
            <a:srgbClr val="FFF6EA"/>
          </a:solidFill>
          <a:ln w="12700">
            <a:solidFill>
              <a:srgbClr val="FFF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160520"/>
            <a:ext cx="4754880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2501E"/>
                </a:solidFill>
                <a:latin typeface="Calibri"/>
                <a:ea typeface="Calibri"/>
                <a:cs typeface="Calibri"/>
              </a:rPr>
              <a:t>Соглашения нет. Процесс 70: зачёт за взаимный пакет остаётся.
Это выбор выхода, не рост навыка.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КОНФИГУРИРУЕМОСТЬ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Закупка и нагрузка команды: один тренажёр, шесть настроек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5778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S1. Промышленные закупки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1206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Цена, график партии, предоплата. Плановая поставка допускает всю партию на день 14; запуск производства — нет. Проверенный пакет: полезность 64.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778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S2. Срочная задача и нагрузка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51206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Объём, срок, помощник, перенос отчёта. Проверенный путь: полный объём / 2 дня / помощник / перенос. Полезность 47, цель 45.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566160"/>
            <a:ext cx="37033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3675887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Сфера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3986784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Меняет предмет и единицы: деньги и график либо часы и ресурсы.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3566160"/>
            <a:ext cx="37033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3675887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Тема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986784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Меняет допустимые условия. Недостижимый запрос не публикуется.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566160"/>
            <a:ext cx="37033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3675887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Сложность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986784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Когда оппонент раскрывает интерес и насколько жёстко принимает пакет. До 8 ходов.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937760"/>
            <a:ext cx="37033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5047488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Тон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5358384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Стартовое доверие и напряжение. Скептик слабее снимает напряжение признанием факта.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4937760"/>
            <a:ext cx="37033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5047488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Роль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5358384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Полномочия: директор согласует цену шире, менеджер — уже; лид может сам предложить помощь.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4937760"/>
            <a:ext cx="37033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7031" y="5047488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Цель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5358384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Что для оппонента ценнее: оборот или доходность; нагрузка или полный объём.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ОБРАТНАЯ СВЯЗЬ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Разбор указывает на сохранённый ход, а не на общий совет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4709160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13" y="1389888"/>
            <a:ext cx="3432093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280160"/>
            <a:ext cx="6446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0" y="1389888"/>
            <a:ext cx="6080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Сделка и процесс — разные вещи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83080"/>
            <a:ext cx="60807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Полезность — про пакет. Балл процесса — про записанные действия. 100 из 100 — не компетентность человека.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971800"/>
            <a:ext cx="64465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081528"/>
            <a:ext cx="6080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Слабое соглашение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456432"/>
            <a:ext cx="60807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В нагрузке команды урезанный пакет: полезность 20, процесс 44.12. Подготовка может быть зачтена, аргументация — нет.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4526280"/>
            <a:ext cx="64465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4636008"/>
            <a:ext cx="6080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Один следующий фокус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10912"/>
            <a:ext cx="60807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Совет привязан к непройденной проверке и не обещает согласия. Мало ходов или нет подготовки — «Недостаточно наблюдений», общего балла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ЦЕННОСТЬ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960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Повторяемая практика для игрока и понятный контур для организатора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37033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54480"/>
            <a:ext cx="3703320" cy="109728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246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Игрок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3246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Calibri"/>
                <a:ea typeface="Calibri"/>
                <a:cs typeface="Calibri"/>
              </a:rPr>
              <a:t>Начинающий закупщик или руководитель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24612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Несколько попыток без стыда за «не тот» ответ. Видит, какой ход изменил исход, и повторяет ту же версию.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7033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554480"/>
            <a:ext cx="3703320" cy="109728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828800"/>
            <a:ext cx="3246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Администратор и наставник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514600"/>
            <a:ext cx="3246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Calibri"/>
                <a:ea typeface="Calibri"/>
                <a:cs typeface="Calibri"/>
              </a:rPr>
              <a:t>Готовят занятие, не играют оппонента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46120"/>
            <a:ext cx="324612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Администратор публикует ситуацию. Отчёт видит сам игрок. Наставник разбирает его вместе с игроком, на экране игрока.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554480"/>
            <a:ext cx="37033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554480"/>
            <a:ext cx="3703320" cy="109728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828800"/>
            <a:ext cx="3246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Возможный покупатель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46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695E"/>
                </a:solidFill>
                <a:latin typeface="Calibri"/>
                <a:ea typeface="Calibri"/>
                <a:cs typeface="Calibri"/>
              </a:rPr>
              <a:t>HR / L&amp;D, гипотеза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46120"/>
            <a:ext cx="324612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Короткий корпоративный модуль soft skills. Нет пилотов, договоров и измеренного ROI. Алабуга — автор кейса, не наш клиент.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ПОЧЕМУ ЭТОМУ МОЖНО ДОВЕРЯТЬ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Одинаковые действия на той же версии дают тот же исход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65960" y="1664208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783080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246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32461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Игрок выбирает ход. Администратор публикует версию. Фразы сохраняются как есть.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331720"/>
            <a:ext cx="411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7695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50876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1664208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783080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23160"/>
            <a:ext cx="3246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Правила переговоров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34640"/>
            <a:ext cx="32461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Допустимость пакета, раскрытие фактов, полномочия и полезность считает учебный движок.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331720"/>
            <a:ext cx="411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7695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50876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46919" y="1664208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19" y="1783080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23160"/>
            <a:ext cx="3246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Сохранённый разбор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834640"/>
            <a:ext cx="32461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Отчёт строится по событиям попытки. Повтор — новая попытка той же публикации.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69080"/>
            <a:ext cx="113385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5196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Зачем это игроку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Можно открыть ход и сверить вывод. Те же сохранённые действия на той же версии не меняют исход сами по себе.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94960"/>
            <a:ext cx="109728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Веб, Fastify, React, SQLite. Локальный запуск; остановка и новый старт сохраняют попытку. Это не публичный сайт.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ГРАНИЦЫ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Выбор действий работает сейчас. Свободный диалог — впереди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55778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08760"/>
            <a:ext cx="5577840" cy="502920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Работает сейчас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02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●  Две семьи сценариев с ветвлением: закупка и нагрузка.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502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●  Шесть настроек, проверка и публикация версии.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57600"/>
            <a:ext cx="502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●  Выбор действий, последствия, отказ или сделка.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89120"/>
            <a:ext cx="502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●  Разбор по сохранённым ходам и повтор ситуации.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502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●  Локальный Windows-запуск: без модели и без платного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08760"/>
            <a:ext cx="55778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150876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508760"/>
            <a:ext cx="109728" cy="4709160"/>
          </a:xfrm>
          <a:prstGeom prst="rect">
            <a:avLst/>
          </a:prstGeom>
          <a:solidFill>
            <a:srgbClr val="586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Следующий этап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4983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○  Свободный текст и AI-оппонент — не в этом демо.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4983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○  Генерация сценария моделью — не в этом демо.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4983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○  Модель Qwen ещё не встроена и не проверена.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389120"/>
            <a:ext cx="4983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○  Публичный сайт и запуск на чужом компьютере не проверялись.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120640"/>
            <a:ext cx="4983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○  Сроки этих шагов не назначаем.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Пройдите прототип: настройка, переговоры, разбор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Отрепетируйте сложный разговор до реальной встречи. Выбор действий, без ключей и без модели.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194560"/>
            <a:ext cx="68580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46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Материалы для жюри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6446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Одна страница: исходники, запуск, презентация и описание продукта.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6446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695E"/>
                </a:solidFill>
                <a:latin typeface="Segoe UI"/>
                <a:ea typeface="Segoe UI"/>
                <a:cs typeface="Segoe UI"/>
                <a:hlinkClick r:id="rId2"/>
              </a:rPr>
              <a:t>Открыть страницу материалов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64465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6B72"/>
                </a:solidFill>
                <a:latin typeface="Calibri"/>
                <a:ea typeface="Calibri"/>
                <a:cs typeface="Calibri"/>
              </a:rPr>
              <a:t>Ссылка ведёт в репозиторий. Анонимно он сейчас не открывается: нужен доступ владельца или ZIP. Это не публичный сайт продукта.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194560"/>
            <a:ext cx="4297680" cy="3931920"/>
          </a:xfrm>
          <a:prstGeom prst="roundRect">
            <a:avLst>
              <a:gd name="adj" fmla="val 8000"/>
            </a:avLst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2423160"/>
            <a:ext cx="3886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После запуска на этом компьютере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200400"/>
            <a:ext cx="3886200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127.0.0.1:3100/admin
Только здесь, не удалённое демо.
Свой пароль.
Модель не нужна.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TalkNFace · Арена переговоров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ПРИЛОЖЕНИЕ 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Как решение закрывает постановку хакатона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Аудитория и проблема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37160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48132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Закупщик и руководитель; разрыв между теорией и выбором под давлением.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65960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7568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Ценность формата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96596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207568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Повтор в том же контексте и разбор своих ходов. Не замена тренера.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560320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67004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Механики и путь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256032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67004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Настройки, публикация, подготовка, ходы, исход, разбор, повторная попытка.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154680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6440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Конфигурация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315468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326440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Шесть полей администратора. Невалидная цель не публикуется.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749039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85876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Сценарии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3749039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385876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Две полноценные семьи: поставка и нагрузка. Третьей отрасли нет.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343400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5312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Обратная связь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434340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445312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Сделка отдельно от процесса; ссылка на сохранённое действие.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937760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04748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Прототип и запуск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94760" y="493776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504748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Локальный запуск на Windows по инструкции. Публичной ссылки нет.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5532120"/>
            <a:ext cx="3291840" cy="530352"/>
          </a:xfrm>
          <a:prstGeom prst="roundRect">
            <a:avLst>
              <a:gd name="adj" fmla="val 8000"/>
            </a:avLst>
          </a:prstGeom>
          <a:solidFill>
            <a:srgbClr val="E3EFEA"/>
          </a:solidFill>
          <a:ln w="12700">
            <a:solidFill>
              <a:srgbClr val="E3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641848"/>
            <a:ext cx="3017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4F47"/>
                </a:solidFill>
                <a:latin typeface="Segoe UI"/>
                <a:ea typeface="Segoe UI"/>
                <a:cs typeface="Segoe UI"/>
              </a:rPr>
              <a:t>Граница MVP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94760" y="5532120"/>
            <a:ext cx="7955279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5641848"/>
            <a:ext cx="76809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Выбор действий, без AI. Свободный диалог — следующий шаг.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Приложение · не основной питч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ПРИЛОЖЕНИЕ 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0624"/>
            <a:ext cx="113385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83331"/>
                </a:solidFill>
                <a:latin typeface="Segoe UI"/>
                <a:ea typeface="Segoe UI"/>
                <a:cs typeface="Segoe UI"/>
              </a:rPr>
              <a:t>Короткие ответы: баллы, AI, данные, запуск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566928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81328"/>
            <a:ext cx="5257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Что значит 100?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74519"/>
            <a:ext cx="5257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Зачтены применимые проверки этой попытки. Это не компетенция человека и не деньги.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66928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481328"/>
            <a:ext cx="5257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Почему не квиз?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874519"/>
            <a:ext cx="5257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Пакет, полномочия и раскрытие фактов зависят от порядка ходов. Отказ и слабая сделка — валидные финалы.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017520"/>
            <a:ext cx="566928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127248"/>
            <a:ext cx="5257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Где AI?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520439"/>
            <a:ext cx="5257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В показанном продукте его нет. Qwen задуман для более свободного диалога на тех же правилах сделки.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017520"/>
            <a:ext cx="566928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3127248"/>
            <a:ext cx="5257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520439"/>
            <a:ext cx="5257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Локальная база. Регистрации игрока нет. Чужой адрес попытку не открывает. Это локальный запуск, не публичный сайт.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663440"/>
            <a:ext cx="566928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4773168"/>
            <a:ext cx="5257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Как запустить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166359"/>
            <a:ext cx="5257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Prepare и Start -Port 3100. Нужны сеть на первую установку Node/npm и свой пароль администратора.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63440"/>
            <a:ext cx="566928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4773168"/>
            <a:ext cx="5257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695E"/>
                </a:solidFill>
                <a:latin typeface="Segoe UI"/>
                <a:ea typeface="Segoe UI"/>
                <a:cs typeface="Segoe UI"/>
              </a:rPr>
              <a:t>Что не проверено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5166359"/>
            <a:ext cx="5257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240"/>
                </a:solidFill>
                <a:latin typeface="Calibri"/>
                <a:ea typeface="Calibri"/>
                <a:cs typeface="Calibri"/>
              </a:rPr>
              <a:t>Linux и macOS, другой браузер, публичный сайт, чужой компьютер жюри, качество модели.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93268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Приложение · не основной питч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65392"/>
            <a:ext cx="1143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86B72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